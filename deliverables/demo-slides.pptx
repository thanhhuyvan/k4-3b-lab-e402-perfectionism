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b5e5bf1fb43d4" /><Relationship Type="http://schemas.openxmlformats.org/officeDocument/2006/relationships/extended-properties" Target="/docProps/app.xml" Id="R360e6d4f41724c63" /><Relationship Type="http://schemas.openxmlformats.org/officeDocument/2006/relationships/officeDocument" Target="/ppt/presentation.xml" Id="Rd5e1438e8143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84bd25cd244b9"/>
  </p:sldMasterIdLst>
  <p:notesMasterIdLst>
    <p:notesMasterId xmlns:r="http://schemas.openxmlformats.org/officeDocument/2006/relationships" r:id="Rf0c8bdd02e2c4b98"/>
  </p:notesMasterIdLst>
  <p:sldIdLst>
    <p:sldId xmlns:r="http://schemas.openxmlformats.org/officeDocument/2006/relationships" id="256" r:id="Rac03f2bdfd5243a8"/>
    <p:sldId xmlns:r="http://schemas.openxmlformats.org/officeDocument/2006/relationships" id="257" r:id="R47603456554d4b0d"/>
    <p:sldId xmlns:r="http://schemas.openxmlformats.org/officeDocument/2006/relationships" id="258" r:id="Rc765a9fa981d4fd3"/>
    <p:sldId xmlns:r="http://schemas.openxmlformats.org/officeDocument/2006/relationships" id="259" r:id="R7862c2693ba149e8"/>
    <p:sldId xmlns:r="http://schemas.openxmlformats.org/officeDocument/2006/relationships" id="260" r:id="R386fe471b3784053"/>
    <p:sldId xmlns:r="http://schemas.openxmlformats.org/officeDocument/2006/relationships" id="261" r:id="Raa0cea26aa0f41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ff0381e454e3f" /><Relationship Type="http://schemas.openxmlformats.org/officeDocument/2006/relationships/slideMaster" Target="/ppt/slideMasters/slideMaster1.xml" Id="R4fb84bd25cd244b9" /><Relationship Type="http://schemas.openxmlformats.org/officeDocument/2006/relationships/notesMaster" Target="/ppt/notesMasters/notesMaster1.xml" Id="Rf0c8bdd02e2c4b98" /><Relationship Type="http://schemas.openxmlformats.org/officeDocument/2006/relationships/presProps" Target="/ppt/presProps.xml" Id="R2f4fe9a3c1414e1e" /><Relationship Type="http://schemas.openxmlformats.org/officeDocument/2006/relationships/tableStyles" Target="/ppt/tableStyles.xml" Id="R8947de89993e4e90" /><Relationship Type="http://schemas.openxmlformats.org/officeDocument/2006/relationships/slide" Target="/ppt/slides/slide1.xml" Id="Rac03f2bdfd5243a8" /><Relationship Type="http://schemas.openxmlformats.org/officeDocument/2006/relationships/slide" Target="/ppt/slides/slide2.xml" Id="R47603456554d4b0d" /><Relationship Type="http://schemas.openxmlformats.org/officeDocument/2006/relationships/slide" Target="/ppt/slides/slide3.xml" Id="Rc765a9fa981d4fd3" /><Relationship Type="http://schemas.openxmlformats.org/officeDocument/2006/relationships/slide" Target="/ppt/slides/slide4.xml" Id="R7862c2693ba149e8" /><Relationship Type="http://schemas.openxmlformats.org/officeDocument/2006/relationships/slide" Target="/ppt/slides/slide5.xml" Id="R386fe471b3784053" /><Relationship Type="http://schemas.openxmlformats.org/officeDocument/2006/relationships/slide" Target="/ppt/slides/slide6.xml" Id="Raa0cea26aa0f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deabdef027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0fabf981f47de" /><Relationship Type="http://schemas.openxmlformats.org/officeDocument/2006/relationships/notesMaster" Target="/ppt/notesMasters/notesMaster1.xml" Id="R7a55a5bc71614e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420b7a63b4218" /><Relationship Type="http://schemas.openxmlformats.org/officeDocument/2006/relationships/notesMaster" Target="/ppt/notesMasters/notesMaster1.xml" Id="Rcbe217ada29845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3fa1bc49b8401e" /><Relationship Type="http://schemas.openxmlformats.org/officeDocument/2006/relationships/notesMaster" Target="/ppt/notesMasters/notesMaster1.xml" Id="R97808f4348dc4c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2d3911ec74fdd" /><Relationship Type="http://schemas.openxmlformats.org/officeDocument/2006/relationships/notesMaster" Target="/ppt/notesMasters/notesMaster1.xml" Id="R98024c49204e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1f8f580934037" /><Relationship Type="http://schemas.openxmlformats.org/officeDocument/2006/relationships/notesMaster" Target="/ppt/notesMasters/notesMaster1.xml" Id="R6bab7106dea3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04be3eea7452f" /><Relationship Type="http://schemas.openxmlformats.org/officeDocument/2006/relationships/notesMaster" Target="/ppt/notesMasters/notesMaster1.xml" Id="R517a494533ee49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Survey B2 ẩn danh n=12, số liệu aggregate trong canvas.md.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spec.md §2, Survey B2 n=12.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live: nhập CSV demo có CASE-03 và CASE-11. Nêu rõ endpoint /api/analyze gọi Gemini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eval/run-04-current.md. Tỷ lệ strict run04 16/22 = 72.7%; quality bar 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có quote user thật tại thời điểm tạo deck. Validation log chỉ được điền sau test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eval/failure-log-run-04.md; validation feedback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ec0b185b7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40d087a1a4695" /><Relationship Type="http://schemas.openxmlformats.org/officeDocument/2006/relationships/slideLayout" Target="/ppt/slideLayouts/slideLayout1.xml" Id="R2c957a4c974d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57a4c974d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51d9393ea4e31" /><Relationship Type="http://schemas.openxmlformats.org/officeDocument/2006/relationships/notesSlide" Target="/ppt/notesSlides/notesSlide1.xml" Id="R299a44b5dfc8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b95a11fe847b0" /><Relationship Type="http://schemas.openxmlformats.org/officeDocument/2006/relationships/notesSlide" Target="/ppt/notesSlides/notesSlide2.xml" Id="R6b3d7879d02c4d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e5eb81e3e43bc" /><Relationship Type="http://schemas.openxmlformats.org/officeDocument/2006/relationships/notesSlide" Target="/ppt/notesSlides/notesSlide3.xml" Id="Rc9cf286d812440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bc86f894f4ac4" /><Relationship Type="http://schemas.openxmlformats.org/officeDocument/2006/relationships/chart" Target="/ppt/slides/charts/chart1.xml" Id="Rccdaaa2a9f7b4075" /><Relationship Type="http://schemas.openxmlformats.org/officeDocument/2006/relationships/notesSlide" Target="/ppt/notesSlides/notesSlide4.xml" Id="R380866dd70354d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b102ffff94891" /><Relationship Type="http://schemas.openxmlformats.org/officeDocument/2006/relationships/notesSlide" Target="/ppt/notesSlides/notesSlide5.xml" Id="Redd8fca82b1a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2ca5dd67f4c8e" /><Relationship Type="http://schemas.openxmlformats.org/officeDocument/2006/relationships/notesSlide" Target="/ppt/notesSlides/notesSlide6.xml" Id="R9978adbdec4e42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Tỷ lệ đạt</c:v>
          </c:tx>
          <c:spPr>
            <a:solidFill xmlns:a="http://schemas.openxmlformats.org/drawingml/2006/main">
              <a:srgbClr val="38BDF8"/>
            </a:solidFill>
          </c:spPr>
          <c:cat>
            <c:strRef>
              <c:f>'Chart Data'!$A$2:$A$4</c:f>
              <c:strCache>
                <c:ptCount val="3"/>
                <c:pt idx="0">
                  <c:v>Run-02</c:v>
                </c:pt>
                <c:pt idx="1">
                  <c:v>Run-04</c:v>
                </c:pt>
                <c:pt idx="2">
                  <c:v>Quality bar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18.2</c:v>
                </c:pt>
                <c:pt idx="1">
                  <c:v>72.7</c:v>
                </c:pt>
                <c:pt idx="2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7AFE2-1A1D-44DF-8541-FE0A49B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BD4A0-165C-4641-BC04-61614FED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Câu hỏi bị trôi làm TA mất thời gian lọc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AC77-324A-40A2-A01B-041FBBF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Job: cuối ngày, TA cần biết câu nào còn tồn và xử lý câu quan trọng trước.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21D3B-FC02-4DB7-AF8C-78DF1DA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FF319-971F-41AA-90C5-B4153FF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C803D-6D5D-4D8C-A41F-CB81507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người khảo sát từng gặp câu hỏi bị trôi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06B99-1985-45A4-AD60-A8336033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55091-F6FB-4E3A-B2F0-B7AD7271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956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mất từ 1 giờ trở lên để tìm lại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367F1-0457-4E57-B819-2D77B01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77190-E2E1-499C-9211-8F18704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956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thấy bot dài hoặc lan 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7507F-CB54-428E-8D81-0649D1B8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1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MVP tập trung vào người ra quyết định: TA/Mod, không phải chatbot trả lời học viên.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84527-0397-4E6A-8038-8791C60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Nguồn: Survey B2 ẩn danh, n=12; số liệu tổng hợp trong canvas.md</a:t>
            </a:r>
          </a:p>
        </p:txBody>
      </p:sp>
    </p:spTree>
    <p:extLst>
      <p:ext uri="{BB962C8B-B14F-4D97-AF65-F5344CB8AC3E}">
        <p14:creationId xmlns:p14="http://schemas.microsoft.com/office/powerpoint/2010/main" val="20299191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55C7C-7F99-4231-8CE4-13D11A6B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4348-A360-427D-B5C8-84177905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Ba hướng đã cân nhắc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F80A3-E15A-41A1-A0EE-9C101A3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Chọn việc giúp TA lọc trước, vì phần trả lời và xác nhận vẫn có rủi ro cao.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C8936-5889-4B48-AF79-A8AAA67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72899-BC93-417E-A64B-7D08B6F9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Bản tin ưu tiên câu hỏi tồn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F4018-BC97-45D9-A5E7-0885518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12/12 gặp tin trôi; 9/12 mất ≥1 giờ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65334-5793-43EA-955F-60D9ACB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Chọn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F652D-8E74-42F0-89C4-2565435C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Bot trả lời mọi câu hỏi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183B2-E2BE-4AE8-8DD5-B31D4A9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575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8/12 thấy bot dài/lan 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2CCFE-6387-4F3B-8B0B-485C9D5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575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Loại: thiếu kiểm chứng nguồn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3BCBD-3964-4D31-A6D1-01BC2FB2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Tra cứu trạng thái cá nhân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9FBB-4EB5-486D-A55C-A5FE67E1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Chưa có số liệu riêng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0479F-86CF-4E5C-A768-15133817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Loại: quyền dữ liệu ngoài phạm vi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264E4-4725-48E4-8C2B-C08FD077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Nguồn: Survey B2 n=12; impact table trong spec.md §2</a:t>
            </a:r>
          </a:p>
        </p:txBody>
      </p:sp>
    </p:spTree>
    <p:extLst>
      <p:ext uri="{BB962C8B-B14F-4D97-AF65-F5344CB8AC3E}">
        <p14:creationId xmlns:p14="http://schemas.microsoft.com/office/powerpoint/2010/main" val="777571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54D70-D417-4D2F-BE57-64ECBB5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ECCED-74B7-4C01-8C16-AB4D495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MVP: AI triage, TA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6DED6-80E4-4889-82CC-99C542A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Một TA mở bản tin cuối ngày; AI xếp trạng thái và ưu tiên; TA chọn mục để xử lý.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2EFB-2873-44F3-BDF1-4F20145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9A442-4C82-4FCD-A8D9-918E66FE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36C20-7021-43CF-AD93-8D2EE8B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CSV/JSON tin nhắn</a:t>
            </a:r>
          </a:p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+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F8139-5F98-496A-A9B5-DC53B29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AI THẬT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67D52-AE1C-41B1-8BBA-1736296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6B0B6-7B9D-418A-821D-0CE79702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C27E6-7015-419C-89A4-3645FC2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Cần xem</a:t>
            </a:r>
          </a:p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Cần xác minh</a:t>
            </a:r>
          </a:p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Không cần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9A57D-4FBB-4460-A33A-CAFD868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06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Case chuẩn: CASE-03 lỗi CUDA, cần xem, ưu tiên cao.  Case khó: CASE-11 thiếu ngữ cảnh, cần xác minh.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62C73-3EEF-4ED7-A64B-204FC946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AI không tự DM, tag, trả lời thay TA hoặc xác nhận câu hỏi đã được giải quyết</a:t>
            </a:r>
          </a:p>
        </p:txBody>
      </p:sp>
    </p:spTree>
    <p:extLst>
      <p:ext uri="{BB962C8B-B14F-4D97-AF65-F5344CB8AC3E}">
        <p14:creationId xmlns:p14="http://schemas.microsoft.com/office/powerpoint/2010/main" val="467057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6B38F-8482-459F-8B13-0E77A3E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702C-4479-4A29-89A4-3C59C266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Run-04 đạt 16/22 case, chưa qua quality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5D7B1-BB65-4BAA-A1FA-DA3DBC22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Chuẩn đã khóa tại CP4: ≥75%, 0 API error, 0 case mất do prefilter.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B2C6F-E062-4ADC-AB0A-05C46B1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2524125"/>
          <a:ext xmlns:a="http://schemas.openxmlformats.org/drawingml/2006/main" cx="56197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daaa2a9f7b407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D2DD-6337-4EE2-8798-3488781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6 case fail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AD87D-FF3E-462D-A1F0-4F4F853C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Deadline/tài liệu bị hạ ưu tiên</a:t>
            </a:r>
          </a:p>
          <a:p xmlns:a="http://schemas.openxmlformats.org/drawingml/2006/main">
            <a:pPr>
              <a:defRPr sz="1575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CASE-05, 06, 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Thiếu ngữ cảnh bị model đoán quá tự tin</a:t>
            </a:r>
          </a:p>
          <a:p xmlns:a="http://schemas.openxmlformats.org/drawingml/2006/main">
            <a:pPr>
              <a:defRPr sz="1575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CASE-12, 13,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C79C1-5755-4E65-8632-45B4188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Run-04: 0 API error; 0 case mất do prefilter. Chi tiết: eval/run-04-current.md</a:t>
            </a:r>
          </a:p>
        </p:txBody>
      </p:sp>
    </p:spTree>
    <p:extLst>
      <p:ext uri="{BB962C8B-B14F-4D97-AF65-F5344CB8AC3E}">
        <p14:creationId xmlns:p14="http://schemas.microsoft.com/office/powerpoint/2010/main" val="25629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E73C7-C457-4828-8F80-D3C2982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76E4F-9996-4BFD-A27D-E4F7E403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Đo với người dùng chưa hoàn tất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9BFF4-6B0B-43DB-BD83-0479CA5F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Nhóm không đưa quote giả. CP5 dùng kết quả golden set để chỉ ra điều cần kiểm thêm.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DCC4E-9717-4FD0-A343-295B0DB1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625E9-F238-451B-9341-7EFA974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Validation tối nay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DE33D-FFE6-49AB-9EF2-84790BCC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 người ngoài nhóm</a:t>
            </a:r>
          </a:p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10 phút/người</a:t>
            </a:r>
          </a:p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Task: tìm mục TA nên xử lý trước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48B6-B43B-4403-B6A5-04C96E4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Điều phải kiểm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ECFD-0FB2-4A3F-9C14-CA96957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TA có hiểu “cần xác minh” không?</a:t>
            </a:r>
          </a:p>
          <a:p xmlns:a="http://schemas.openxmlformats.org/drawingml/2006/main">
            <a:pPr>
              <a:defRPr sz="16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TA có tin lý do và mức ưu tiên không?</a:t>
            </a:r>
          </a:p>
          <a:p xmlns:a="http://schemas.openxmlformats.org/drawingml/2006/main">
            <a:pPr>
              <a:defRPr sz="16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TA có tìm đúng CASE-03/11 mà không cần hướng dẫn không?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6D966-0DB8-4DDC-979B-A7CB1D2B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Scaffold không chứa feedback bịa: validation/feedback-log.md</a:t>
            </a:r>
          </a:p>
        </p:txBody>
      </p:sp>
    </p:spTree>
    <p:extLst>
      <p:ext uri="{BB962C8B-B14F-4D97-AF65-F5344CB8AC3E}">
        <p14:creationId xmlns:p14="http://schemas.microsoft.com/office/powerpoint/2010/main" val="843099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D8E1F-7841-4493-81A2-17563B7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E65C9-F11B-4999-A1E5-D5AD978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96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Một tuần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D5826-09BC-46F6-A747-3870098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Ưu tiên đóng khoảng cách đo được, thay vì thêm tính năng mới.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F0716-5A15-429D-B8E1-715CAA2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C18BB-BD4C-4CF6-B900-D0CF8CF9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0D25-EC2D-4FFE-A448-50CDA3D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Thêm rule deadline và tài liệu để sửa CASE-05, 06,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1B9F-2617-4649-967D-81D01E6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C5139-F23A-4CC7-8C21-C68099C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Ép thiếu ngữ cảnh vào “cần xác minh” để sửa CASE-12, 13,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92BB6-386E-4500-BA84-5D45B28B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5B130-5682-481E-ACF6-5A60015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Chạy lại đủ 22 case và dùng test người thật để kiểm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6FB12-C6C6-4207-AB8D-75C3D28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Bài học: triage đáng tin khi AI nêu rõ phần chưa chắc và TA giữ quyết định cuối.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3E90A-208B-44AB-AB5D-E0643C22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3D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3D6"/>
                </a:solidFill>
                <a:latin typeface="Arial"/>
                <a:ea typeface="Arial"/>
                <a:cs typeface="Arial"/>
              </a:rPr>
              <a:t>Nguồn backlog: failure-log-run-04.md và validation/feedback-log.md</a:t>
            </a:r>
          </a:p>
        </p:txBody>
      </p:sp>
    </p:spTree>
    <p:extLst>
      <p:ext uri="{BB962C8B-B14F-4D97-AF65-F5344CB8AC3E}">
        <p14:creationId xmlns:p14="http://schemas.microsoft.com/office/powerpoint/2010/main" val="1950275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2026-09-18T10:52:51.9210000Z</dcterms:created>
  <dcterms:modified xsi:type="dcterms:W3CDTF">2026-09-18T10:52:51.9210000Z</dcterms:modified>
</coreProperties>
</file>